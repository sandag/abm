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99" d="100"/>
          <a:sy n="99" d="100"/>
        </p:scale>
        <p:origin x="243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shrestha, Ashish" userId="515adfe8-6cd8-4638-8cdc-91f9d2c9cf09" providerId="ADAL" clId="{F3C0EA04-E44B-4641-A83E-9E35F68669DA}"/>
    <pc:docChg chg="delSld">
      <pc:chgData name="Kulshrestha, Ashish" userId="515adfe8-6cd8-4638-8cdc-91f9d2c9cf09" providerId="ADAL" clId="{F3C0EA04-E44B-4641-A83E-9E35F68669DA}" dt="2026-03-26T19:43:59.904" v="4" actId="47"/>
      <pc:docMkLst>
        <pc:docMk/>
      </pc:docMkLst>
      <pc:sldChg chg="del">
        <pc:chgData name="Kulshrestha, Ashish" userId="515adfe8-6cd8-4638-8cdc-91f9d2c9cf09" providerId="ADAL" clId="{F3C0EA04-E44B-4641-A83E-9E35F68669DA}" dt="2026-03-26T19:43:55.581" v="0" actId="47"/>
        <pc:sldMkLst>
          <pc:docMk/>
          <pc:sldMk cId="95992585" sldId="256"/>
        </pc:sldMkLst>
      </pc:sldChg>
      <pc:sldChg chg="del">
        <pc:chgData name="Kulshrestha, Ashish" userId="515adfe8-6cd8-4638-8cdc-91f9d2c9cf09" providerId="ADAL" clId="{F3C0EA04-E44B-4641-A83E-9E35F68669DA}" dt="2026-03-26T19:43:57.816" v="1" actId="47"/>
        <pc:sldMkLst>
          <pc:docMk/>
          <pc:sldMk cId="95992585" sldId="259"/>
        </pc:sldMkLst>
      </pc:sldChg>
      <pc:sldChg chg="del">
        <pc:chgData name="Kulshrestha, Ashish" userId="515adfe8-6cd8-4638-8cdc-91f9d2c9cf09" providerId="ADAL" clId="{F3C0EA04-E44B-4641-A83E-9E35F68669DA}" dt="2026-03-26T19:43:58.602" v="2" actId="47"/>
        <pc:sldMkLst>
          <pc:docMk/>
          <pc:sldMk cId="95992585" sldId="260"/>
        </pc:sldMkLst>
      </pc:sldChg>
      <pc:sldChg chg="del">
        <pc:chgData name="Kulshrestha, Ashish" userId="515adfe8-6cd8-4638-8cdc-91f9d2c9cf09" providerId="ADAL" clId="{F3C0EA04-E44B-4641-A83E-9E35F68669DA}" dt="2026-03-26T19:43:59.302" v="3" actId="47"/>
        <pc:sldMkLst>
          <pc:docMk/>
          <pc:sldMk cId="95992585" sldId="261"/>
        </pc:sldMkLst>
      </pc:sldChg>
      <pc:sldChg chg="del">
        <pc:chgData name="Kulshrestha, Ashish" userId="515adfe8-6cd8-4638-8cdc-91f9d2c9cf09" providerId="ADAL" clId="{F3C0EA04-E44B-4641-A83E-9E35F68669DA}" dt="2026-03-26T19:43:59.904" v="4" actId="47"/>
        <pc:sldMkLst>
          <pc:docMk/>
          <pc:sldMk cId="95992585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arrival-mode">
            <a:extLst>
              <a:ext uri="{FF2B5EF4-FFF2-40B4-BE49-F238E27FC236}">
                <a16:creationId xmlns:a16="http://schemas.microsoft.com/office/drawing/2014/main" id="{11EC1ADD-7DF5-4D6F-A84B-0F6E5C92F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210"/>
            <a:ext cx="12192000" cy="47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arrival-mode-by-purpose">
            <a:extLst>
              <a:ext uri="{FF2B5EF4-FFF2-40B4-BE49-F238E27FC236}">
                <a16:creationId xmlns:a16="http://schemas.microsoft.com/office/drawing/2014/main" id="{C0C0A7EC-A2A2-44E3-9AA8-16EE7094E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2637"/>
            <a:ext cx="12191999" cy="427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trip-length-distribution">
            <a:extLst>
              <a:ext uri="{FF2B5EF4-FFF2-40B4-BE49-F238E27FC236}">
                <a16:creationId xmlns:a16="http://schemas.microsoft.com/office/drawing/2014/main" id="{EACC0B7C-1EE0-47A4-8E23-D114C8C5B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1435"/>
            <a:ext cx="12192000" cy="519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trip-length-distribution-by-purpose">
            <a:extLst>
              <a:ext uri="{FF2B5EF4-FFF2-40B4-BE49-F238E27FC236}">
                <a16:creationId xmlns:a16="http://schemas.microsoft.com/office/drawing/2014/main" id="{88FC1E63-FA8F-4B82-B1CA-0581C505B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9127"/>
            <a:ext cx="12192000" cy="527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trip-location">
            <a:extLst>
              <a:ext uri="{FF2B5EF4-FFF2-40B4-BE49-F238E27FC236}">
                <a16:creationId xmlns:a16="http://schemas.microsoft.com/office/drawing/2014/main" id="{71AAE514-7D64-462B-BA7D-04900861B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620"/>
            <a:ext cx="12192000" cy="566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trip-location-by-purpose">
            <a:extLst>
              <a:ext uri="{FF2B5EF4-FFF2-40B4-BE49-F238E27FC236}">
                <a16:creationId xmlns:a16="http://schemas.microsoft.com/office/drawing/2014/main" id="{9F5976FF-0C8A-486D-B26B-EE26578FF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13"/>
            <a:ext cx="12192000" cy="672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average-trip-length">
            <a:extLst>
              <a:ext uri="{FF2B5EF4-FFF2-40B4-BE49-F238E27FC236}">
                <a16:creationId xmlns:a16="http://schemas.microsoft.com/office/drawing/2014/main" id="{0199DB8E-2D0D-4391-9F5F-5DAC3A977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1" y="0"/>
            <a:ext cx="12110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msa-trip-summary">
            <a:extLst>
              <a:ext uri="{FF2B5EF4-FFF2-40B4-BE49-F238E27FC236}">
                <a16:creationId xmlns:a16="http://schemas.microsoft.com/office/drawing/2014/main" id="{DBE550EB-BE98-4B0C-A8D1-58AE1BC59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404"/>
            <a:ext cx="12192000" cy="487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msa-trip-summary-by-purpose">
            <a:extLst>
              <a:ext uri="{FF2B5EF4-FFF2-40B4-BE49-F238E27FC236}">
                <a16:creationId xmlns:a16="http://schemas.microsoft.com/office/drawing/2014/main" id="{EE367433-546D-4ED5-9F69-1BBB83AA9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0376"/>
            <a:ext cx="12192000" cy="471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F1C2EA657697408CB953AA06FC5E67" ma:contentTypeVersion="14" ma:contentTypeDescription="Create a new document." ma:contentTypeScope="" ma:versionID="5ec77edd43ea6b1844fed8f15b1b8423">
  <xsd:schema xmlns:xsd="http://www.w3.org/2001/XMLSchema" xmlns:xs="http://www.w3.org/2001/XMLSchema" xmlns:p="http://schemas.microsoft.com/office/2006/metadata/properties" xmlns:ns2="510e1e7e-c5a5-4544-8e07-1be0c6cbdf9c" xmlns:ns3="823ea3b8-34dc-4091-8fee-2d094d59e1e1" targetNamespace="http://schemas.microsoft.com/office/2006/metadata/properties" ma:root="true" ma:fieldsID="abe4d986846cedbeaaeabba6d889224b" ns2:_="" ns3:_="">
    <xsd:import namespace="510e1e7e-c5a5-4544-8e07-1be0c6cbdf9c"/>
    <xsd:import namespace="823ea3b8-34dc-4091-8fee-2d094d59e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0e1e7e-c5a5-4544-8e07-1be0c6cbdf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5d298e1-810f-4711-8be9-ef4702f2a3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3ea3b8-34dc-4091-8fee-2d094d59e1e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17b18b0-c6dd-42fe-aa71-e42a3be3ca9c}" ma:internalName="TaxCatchAll" ma:showField="CatchAllData" ma:web="823ea3b8-34dc-4091-8fee-2d094d59e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3ea3b8-34dc-4091-8fee-2d094d59e1e1" xsi:nil="true"/>
    <lcf76f155ced4ddcb4097134ff3c332f xmlns="510e1e7e-c5a5-4544-8e07-1be0c6cbdf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A9A452-A070-4CE5-AC20-72D017A361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061453-43D5-46F0-82D1-E84FDFFD2A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0e1e7e-c5a5-4544-8e07-1be0c6cbdf9c"/>
    <ds:schemaRef ds:uri="823ea3b8-34dc-4091-8fee-2d094d59e1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DE43B8-668E-433C-8B08-EBAB1FCF0F13}">
  <ds:schemaRefs>
    <ds:schemaRef ds:uri="http://schemas.microsoft.com/office/2006/metadata/properties"/>
    <ds:schemaRef ds:uri="http://schemas.microsoft.com/office/infopath/2007/PartnerControls"/>
    <ds:schemaRef ds:uri="823ea3b8-34dc-4091-8fee-2d094d59e1e1"/>
    <ds:schemaRef ds:uri="510e1e7e-c5a5-4544-8e07-1be0c6cbdf9c"/>
  </ds:schemaRefs>
</ds:datastoreItem>
</file>

<file path=docMetadata/LabelInfo.xml><?xml version="1.0" encoding="utf-8"?>
<clbl:labelList xmlns:clbl="http://schemas.microsoft.com/office/2020/mipLabelMetadata">
  <clbl:label id="{59096ad9-8b60-446a-90b7-017dbb9421a3}" enabled="1" method="Standard" siteId="{3d234255-e20f-4205-88a5-9658a402999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Kulshrestha, Ashish</cp:lastModifiedBy>
  <cp:revision>1</cp:revision>
  <dcterms:created xsi:type="dcterms:W3CDTF">2026-03-26T19:38:06Z</dcterms:created>
  <dcterms:modified xsi:type="dcterms:W3CDTF">2026-03-26T19:44:11Z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0x010100DAF1C2EA657697408CB953AA06FC5E67</vt:lpwstr>
  </property>
  <property fmtid="{D5CDD505-2E9C-101B-9397-08002B2CF9AE}" pid="3" name="MediaServiceImageTags">
    <vt:lpwstr/>
  </property>
</Properties>
</file>